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P LAPTOP" userId="7e639c14c15ab121" providerId="LiveId" clId="{5A55682D-132A-4DF0-93A4-4531EEFEC972}"/>
    <pc:docChg chg="custSel addSld delSld modSld sldOrd">
      <pc:chgData name="HP LAPTOP" userId="7e639c14c15ab121" providerId="LiveId" clId="{5A55682D-132A-4DF0-93A4-4531EEFEC972}" dt="2026-06-09T18:34:30.601" v="27" actId="700"/>
      <pc:docMkLst>
        <pc:docMk/>
      </pc:docMkLst>
      <pc:sldChg chg="delSp modSp mod modClrScheme chgLayout">
        <pc:chgData name="HP LAPTOP" userId="7e639c14c15ab121" providerId="LiveId" clId="{5A55682D-132A-4DF0-93A4-4531EEFEC972}" dt="2026-06-09T18:34:30.601" v="27" actId="700"/>
        <pc:sldMkLst>
          <pc:docMk/>
          <pc:sldMk cId="584411595" sldId="256"/>
        </pc:sldMkLst>
        <pc:spChg chg="mod ord">
          <ac:chgData name="HP LAPTOP" userId="7e639c14c15ab121" providerId="LiveId" clId="{5A55682D-132A-4DF0-93A4-4531EEFEC972}" dt="2026-06-09T18:34:30.601" v="27" actId="700"/>
          <ac:spMkLst>
            <pc:docMk/>
            <pc:sldMk cId="584411595" sldId="256"/>
            <ac:spMk id="4" creationId="{691DEEE6-C3C3-B366-0D74-3D29FCF8765E}"/>
          </ac:spMkLst>
        </pc:spChg>
        <pc:spChg chg="del">
          <ac:chgData name="HP LAPTOP" userId="7e639c14c15ab121" providerId="LiveId" clId="{5A55682D-132A-4DF0-93A4-4531EEFEC972}" dt="2026-06-09T18:34:30.601" v="27" actId="700"/>
          <ac:spMkLst>
            <pc:docMk/>
            <pc:sldMk cId="584411595" sldId="256"/>
            <ac:spMk id="5" creationId="{28412CC5-6D25-D543-3770-BEC908860189}"/>
          </ac:spMkLst>
        </pc:spChg>
      </pc:sldChg>
      <pc:sldChg chg="addSp delSp modSp new mod">
        <pc:chgData name="HP LAPTOP" userId="7e639c14c15ab121" providerId="LiveId" clId="{5A55682D-132A-4DF0-93A4-4531EEFEC972}" dt="2026-06-09T18:34:05.109" v="26" actId="14100"/>
        <pc:sldMkLst>
          <pc:docMk/>
          <pc:sldMk cId="4239372090" sldId="263"/>
        </pc:sldMkLst>
        <pc:spChg chg="add del mod">
          <ac:chgData name="HP LAPTOP" userId="7e639c14c15ab121" providerId="LiveId" clId="{5A55682D-132A-4DF0-93A4-4531EEFEC972}" dt="2026-06-09T18:33:40.202" v="21" actId="931"/>
          <ac:spMkLst>
            <pc:docMk/>
            <pc:sldMk cId="4239372090" sldId="263"/>
            <ac:spMk id="4" creationId="{C2AB47F1-11B4-672B-79A0-A2734242EDF0}"/>
          </ac:spMkLst>
        </pc:spChg>
        <pc:picChg chg="add del mod ord">
          <ac:chgData name="HP LAPTOP" userId="7e639c14c15ab121" providerId="LiveId" clId="{5A55682D-132A-4DF0-93A4-4531EEFEC972}" dt="2026-06-09T18:32:43.360" v="20" actId="21"/>
          <ac:picMkLst>
            <pc:docMk/>
            <pc:sldMk cId="4239372090" sldId="263"/>
            <ac:picMk id="5" creationId="{F4CC5B58-0ECB-AABD-15D5-7D58C8EF1313}"/>
          </ac:picMkLst>
        </pc:picChg>
        <pc:picChg chg="add mod ord">
          <ac:chgData name="HP LAPTOP" userId="7e639c14c15ab121" providerId="LiveId" clId="{5A55682D-132A-4DF0-93A4-4531EEFEC972}" dt="2026-06-09T18:34:05.109" v="26" actId="14100"/>
          <ac:picMkLst>
            <pc:docMk/>
            <pc:sldMk cId="4239372090" sldId="263"/>
            <ac:picMk id="7" creationId="{62784D1B-A3F8-96A2-9C70-EB3F34397D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7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2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07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6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6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8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493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610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620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86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629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239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376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11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900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972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11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5EA8CC-0B6B-42BB-BB0B-56262E249BE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8BED2-8930-4697-81D0-51DCF60D9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75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1DEEE6-C3C3-B366-0D74-3D29FCF8765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9144000" cy="5407025"/>
          </a:xfrm>
        </p:spPr>
        <p:txBody>
          <a:bodyPr>
            <a:normAutofit/>
          </a:bodyPr>
          <a:lstStyle/>
          <a:p>
            <a:r>
              <a:rPr lang="en-IN" dirty="0"/>
              <a:t>Hospital Analytics Dashboard</a:t>
            </a:r>
            <a:br>
              <a:rPr lang="en-IN" dirty="0"/>
            </a:br>
            <a:r>
              <a:rPr lang="en-IN" dirty="0"/>
              <a:t>Power BI Project</a:t>
            </a:r>
            <a:br>
              <a:rPr lang="en-IN" dirty="0"/>
            </a:br>
            <a:r>
              <a:rPr lang="en-IN" dirty="0"/>
              <a:t>Anjali Vishwakarma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411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1324-4BAA-859C-EEB2-A419C757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9AF5D-4E97-6955-EB6E-393CFFBE5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To analyze hospital data using Power BI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To track patient trends and appointments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To monitor revenue and payments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To support data-driven decision-making </a:t>
            </a:r>
          </a:p>
          <a:p>
            <a:pPr marL="0" indent="0">
              <a:buNone/>
            </a:pP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82860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7E92-2581-807E-3FBF-144B2E465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469D30-40FF-1F3F-2016-44A98838FD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1"/>
            <a:ext cx="1048851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Patients Table – patient details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Doctors Table – doctor information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Appointments Table – visit details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 Table – revenue &amp; payment data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Treatments Table – treatment cost analysis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are connected using relationships </a:t>
            </a:r>
          </a:p>
        </p:txBody>
      </p:sp>
    </p:spTree>
    <p:extLst>
      <p:ext uri="{BB962C8B-B14F-4D97-AF65-F5344CB8AC3E}">
        <p14:creationId xmlns:p14="http://schemas.microsoft.com/office/powerpoint/2010/main" val="260973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7FE6-B30D-BD1F-7981-1C95B620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KPIs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99597C-DEAB-6414-E333-5FDA506860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7"/>
            <a:ext cx="1034930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Patients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Appointments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Completed Appointments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Pending Payments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KPIs provide a quick overview of hospital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performance </a:t>
            </a:r>
          </a:p>
        </p:txBody>
      </p:sp>
    </p:spTree>
    <p:extLst>
      <p:ext uri="{BB962C8B-B14F-4D97-AF65-F5344CB8AC3E}">
        <p14:creationId xmlns:p14="http://schemas.microsoft.com/office/powerpoint/2010/main" val="369173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2CC3-01AE-8DB1-6E98-B0A3EA6D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784D1B-A3F8-96A2-9C70-EB3F34397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277" y="491613"/>
            <a:ext cx="9596284" cy="602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37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7133-5DD4-CF22-3FB6-A23D26E0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KEY INSIGHTS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C775BB8-F799-D17B-3AF4-2032FDC3D5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266413"/>
            <a:ext cx="105156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appointments are successfully completed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varies across different months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doctors handle more patients than others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treatments contribute more to overall cost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 is balanced </a:t>
            </a:r>
          </a:p>
        </p:txBody>
      </p:sp>
    </p:spTree>
    <p:extLst>
      <p:ext uri="{BB962C8B-B14F-4D97-AF65-F5344CB8AC3E}">
        <p14:creationId xmlns:p14="http://schemas.microsoft.com/office/powerpoint/2010/main" val="896685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0FFA-8D9B-17B0-BBC3-E6115585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D1DDD-7FAA-C245-D5D8-F168670CE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Provides clear insights into hospital operations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Helps in analyzing patient trends and performance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Supports better decision-making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Improves efficiency and planning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031359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</TotalTime>
  <Words>141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Wingdings</vt:lpstr>
      <vt:lpstr>Parallax</vt:lpstr>
      <vt:lpstr>Hospital Analytics Dashboard Power BI Project Anjali Vishwakarma </vt:lpstr>
      <vt:lpstr>OBJECTIVE</vt:lpstr>
      <vt:lpstr>DATASET OVERVIEW</vt:lpstr>
      <vt:lpstr>KPIs</vt:lpstr>
      <vt:lpstr>PowerPoint Presentation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LAPTOP</dc:creator>
  <cp:lastModifiedBy>HP LAPTOP</cp:lastModifiedBy>
  <cp:revision>1</cp:revision>
  <dcterms:created xsi:type="dcterms:W3CDTF">2026-04-12T16:11:10Z</dcterms:created>
  <dcterms:modified xsi:type="dcterms:W3CDTF">2026-06-09T18:34:36Z</dcterms:modified>
</cp:coreProperties>
</file>